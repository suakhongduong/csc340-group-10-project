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2" Type="http://schemas.openxmlformats.org/officeDocument/2006/relationships/font" Target="fonts/Raleway-boldItalic.fntdata"/><Relationship Id="rId9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285355a2f3edff8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285355a2f3edff8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85355a2f3edff8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285355a2f3edff8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0150" y="869600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HomeFix – Home Services Application 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0150" y="2755775"/>
            <a:ext cx="8183700" cy="1473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CSC 340-01 - Milestone 2 High Fidelity Prototype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Group 10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Team Members: Khanh Cao &amp; Jerney </a:t>
            </a:r>
            <a:r>
              <a:rPr lang="vi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Whitaker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490250" y="526350"/>
            <a:ext cx="80823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Main Features &amp; User Stories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375900" y="1865775"/>
            <a:ext cx="40158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vi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Customer Side</a:t>
            </a:r>
            <a:endParaRPr b="1" sz="2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aleway"/>
              <a:buChar char="●"/>
            </a:pPr>
            <a:r>
              <a:rPr lang="vi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Sign up and manage profile</a:t>
            </a:r>
            <a:endParaRPr sz="2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aleway"/>
              <a:buChar char="●"/>
            </a:pPr>
            <a:r>
              <a:rPr lang="vi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Browse service categories (Plumbing, Electrical, etc.)</a:t>
            </a:r>
            <a:endParaRPr sz="2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aleway"/>
              <a:buChar char="●"/>
            </a:pPr>
            <a:r>
              <a:rPr lang="vi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Book an appointment with a provider</a:t>
            </a:r>
            <a:endParaRPr sz="2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aleway"/>
              <a:buChar char="●"/>
            </a:pPr>
            <a:r>
              <a:rPr lang="vi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Leave ratings and reviews</a:t>
            </a:r>
            <a:endParaRPr sz="2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4391700" y="1879575"/>
            <a:ext cx="27600" cy="3039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/>
        </p:nvSpPr>
        <p:spPr>
          <a:xfrm>
            <a:off x="4831775" y="1948300"/>
            <a:ext cx="39057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Provider Side</a:t>
            </a:r>
            <a:endParaRPr b="1"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aleway"/>
              <a:buChar char="●"/>
            </a:pPr>
            <a:r>
              <a:rPr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Set up provider business profile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aleway"/>
              <a:buChar char="●"/>
            </a:pPr>
            <a:r>
              <a:rPr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Create new service listings with hourly or fixed rates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aleway"/>
              <a:buChar char="●"/>
            </a:pPr>
            <a:r>
              <a:rPr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Manage active listings and track customer ratings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aleway"/>
              <a:buChar char="●"/>
            </a:pPr>
            <a:r>
              <a:rPr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Update profile &amp; service details on the dashboard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73700" y="278725"/>
            <a:ext cx="3898200" cy="10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Live </a:t>
            </a:r>
            <a:r>
              <a:rPr lang="vi"/>
              <a:t>Demo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673700" y="1356925"/>
            <a:ext cx="76053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1. Project Overview</a:t>
            </a:r>
            <a:endParaRPr b="1"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aleway"/>
              <a:buChar char="●"/>
            </a:pPr>
            <a:r>
              <a:rPr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Brief introduction to HomeFix goals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2. Customer Subsystem</a:t>
            </a:r>
            <a:endParaRPr b="1"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aleway"/>
              <a:buChar char="●"/>
            </a:pPr>
            <a:r>
              <a:rPr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Signup, browse services &amp; book appointment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3. Provider Subsystem</a:t>
            </a:r>
            <a:endParaRPr b="1"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aleway"/>
              <a:buChar char="●"/>
            </a:pPr>
            <a:r>
              <a:rPr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Provider signup, profile setup &amp; service management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vi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4. Q&amp;A</a:t>
            </a:r>
            <a:endParaRPr b="1"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